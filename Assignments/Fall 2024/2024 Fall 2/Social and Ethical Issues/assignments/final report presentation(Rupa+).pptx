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8" d="100"/>
          <a:sy n="78" d="100"/>
        </p:scale>
        <p:origin x="4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3369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75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53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44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21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8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13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07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380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85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17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0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794" r:id="rId6"/>
    <p:sldLayoutId id="2147483790" r:id="rId7"/>
    <p:sldLayoutId id="2147483791" r:id="rId8"/>
    <p:sldLayoutId id="2147483792" r:id="rId9"/>
    <p:sldLayoutId id="2147483793" r:id="rId10"/>
    <p:sldLayoutId id="21474837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DA4374D-F270-4C02-88D7-B751FD9BD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!!Rectangle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88105188-1C9D-FDD2-1647-6A47992AC4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474" b="15501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8D95D0-A803-F3C5-B002-6822204F6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1442172"/>
            <a:ext cx="8582025" cy="2177328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b="1" dirty="0"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Use of AI in candidate application screening prior to interview and hiring </a:t>
            </a:r>
            <a:endParaRPr lang="en-US" sz="11500" dirty="0">
              <a:latin typeface="Comic Sans MS" panose="030F0702030302020204" pitchFamily="66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B8724C-AA3C-A400-1F47-D8E75F5C9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988" y="3962400"/>
            <a:ext cx="7058025" cy="581025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Final Presentation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700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35A2E-F506-DB8F-FCF4-45F4C69C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Advantages of AI in Candidate Application Screening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36867-673E-3B3C-8E2A-E8FFFDB9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38" y="2310714"/>
            <a:ext cx="11244648" cy="4127156"/>
          </a:xfrm>
        </p:spPr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Efficiency in Hiring: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AI speeds up processes like resume screening and candidate matching, reducing the time spent reviewing large volumes of applications manually.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Reduces Human Error: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AI minimizes bias caused by human inconsistency and oversight in screening candidates.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Improved Decision-Making: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AI analyzes candidates' qualifications, experience, and skill sets objectively, providing data-driven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Predictive Analytics for Better Fit: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AI can predict how well a candidate will perform in a role or align culturally with the organization.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Scalability: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AI systems can handle thousands of applications simultaneously, a feat human recruiters would struggle with.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Enhanced Diversity &amp; Inclusion: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When implemented ethically, AI can help organizations identify talent from diverse backgrounds by focusing on objective data rather than personal biases.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4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2552-15CF-22CD-2CD4-9F6A14135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AI in Recruitment Impacts Lives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521A1-2E77-49F2-DBCA-2FED3B154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11" y="2409568"/>
            <a:ext cx="11145794" cy="389979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For Job Seekers: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AI simplifies the application process by matching candidates with relevant opportunities.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Reduces effort and time spent in manual application submissions.</a:t>
            </a:r>
          </a:p>
          <a:p>
            <a:pPr marL="0" indent="0">
              <a:buNone/>
            </a:pPr>
            <a:r>
              <a:rPr lang="en-US" b="1" dirty="0"/>
              <a:t>For Companies: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AI allows HR departments to streamline the hiring process, allowing focus on strategic goals rather than administrative tasks.</a:t>
            </a:r>
          </a:p>
          <a:p>
            <a:pPr marL="0" indent="0">
              <a:buNone/>
            </a:pPr>
            <a:r>
              <a:rPr lang="en-US" b="1" dirty="0"/>
              <a:t>Equity in Opportunity: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AI has the potential to create equal opportunities by screening candidates based solely on qualifications and experience.</a:t>
            </a:r>
          </a:p>
          <a:p>
            <a:pPr marL="0" indent="0">
              <a:buNone/>
            </a:pPr>
            <a:r>
              <a:rPr lang="en-US" b="1" dirty="0"/>
              <a:t>Privacy Concerns: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With data being analyzed extensively, concerns about how candidates’ personal data is stored, shared, and secured have become a significant issue.</a:t>
            </a:r>
          </a:p>
          <a:p>
            <a:pPr marL="0" indent="0">
              <a:buNone/>
            </a:pPr>
            <a:r>
              <a:rPr lang="en-US" b="1" dirty="0"/>
              <a:t>Changing Hiring Landscape: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use of AI shifts hiring norms, emphasizing analytical matching over traditional interview processes.</a:t>
            </a:r>
          </a:p>
          <a:p>
            <a:pPr marL="0" indent="0">
              <a:buNone/>
            </a:pPr>
            <a:r>
              <a:rPr lang="en-US" b="1" dirty="0"/>
              <a:t>Long-Term Employment Trends: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AI could affect the types of jobs available, as some roles may become automated or replaced by AI-driven hiring methods.</a:t>
            </a:r>
          </a:p>
        </p:txBody>
      </p:sp>
    </p:spTree>
    <p:extLst>
      <p:ext uri="{BB962C8B-B14F-4D97-AF65-F5344CB8AC3E}">
        <p14:creationId xmlns:p14="http://schemas.microsoft.com/office/powerpoint/2010/main" val="41048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6AC6-BE20-1815-E0F3-B8A91BA0A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AI Biases Are Hampering Fair Hiring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6485F-09B0-71F4-BED3-81806359A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2088292"/>
            <a:ext cx="11087100" cy="4337222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Example 1: Amazon’s AI Hiring Failure (2014 - 2018)</a:t>
            </a:r>
          </a:p>
          <a:p>
            <a:pPr lvl="1"/>
            <a:r>
              <a:rPr lang="en-US" dirty="0"/>
              <a:t>Amazon developed an AI-driven hiring tool to streamline resume screening.</a:t>
            </a:r>
          </a:p>
          <a:p>
            <a:pPr lvl="1"/>
            <a:r>
              <a:rPr lang="en-US" dirty="0"/>
              <a:t>The system was biased against women, favoring male candidates due to being trained on 10 years of hiring data from a predominantly male tech industry.</a:t>
            </a:r>
          </a:p>
          <a:p>
            <a:pPr lvl="1"/>
            <a:r>
              <a:rPr lang="en-US" dirty="0"/>
              <a:t>Despite efforts to adjust biases, the tool was abandoned in 2018.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 2: Race &amp; Gender Bias in AI Resume Screening</a:t>
            </a:r>
            <a:endParaRPr lang="en-US" dirty="0"/>
          </a:p>
          <a:p>
            <a:pPr lvl="1"/>
            <a:r>
              <a:rPr lang="en-US" dirty="0"/>
              <a:t>A </a:t>
            </a:r>
            <a:r>
              <a:rPr lang="en-US" i="1" dirty="0"/>
              <a:t>University of Washington</a:t>
            </a:r>
            <a:r>
              <a:rPr lang="en-US" dirty="0"/>
              <a:t> study revealed racial and gender biases in AI tools.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Resumes with Black names were favored 9% of the time vs. 85% for white names.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Male-associated names were preferred 52%, compared to 11% for female-associated names.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Intersectional biases further disadvantaged Black men.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Core Issue:</a:t>
            </a:r>
          </a:p>
          <a:p>
            <a:pPr lvl="1"/>
            <a:r>
              <a:rPr lang="en-US" dirty="0"/>
              <a:t>AI relies on historical training data, which reflects societal biases and perpetuates them unintentionally.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Consequences:</a:t>
            </a:r>
          </a:p>
          <a:p>
            <a:pPr lvl="1"/>
            <a:r>
              <a:rPr lang="en-US" dirty="0"/>
              <a:t>Qualified, diverse candidates are unfairly excluded. Ethical AI requires diverse datasets, regular audits, and transparency.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19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485</Words>
  <Application>Microsoft Office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Avenir Next LT Pro</vt:lpstr>
      <vt:lpstr>Calibri</vt:lpstr>
      <vt:lpstr>Comic Sans MS</vt:lpstr>
      <vt:lpstr>Neue Haas Grotesk Text Pro</vt:lpstr>
      <vt:lpstr>AccentBoxVTI</vt:lpstr>
      <vt:lpstr>Use of AI in candidate application screening prior to interview and hiring </vt:lpstr>
      <vt:lpstr>Advantages of AI in Candidate Application Screening</vt:lpstr>
      <vt:lpstr>How AI in Recruitment Impacts Lives</vt:lpstr>
      <vt:lpstr>How AI Biases Are Hampering Fair Hiring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Rupa Shrestha</dc:creator>
  <cp:lastModifiedBy>Rupa Shrestha</cp:lastModifiedBy>
  <cp:revision>2</cp:revision>
  <dcterms:created xsi:type="dcterms:W3CDTF">2024-12-13T15:37:53Z</dcterms:created>
  <dcterms:modified xsi:type="dcterms:W3CDTF">2024-12-13T16:21:42Z</dcterms:modified>
</cp:coreProperties>
</file>